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768db447e4704" /><Relationship Type="http://schemas.openxmlformats.org/officeDocument/2006/relationships/extended-properties" Target="/docProps/app.xml" Id="Rcf4705f55f564bf9" /><Relationship Type="http://schemas.openxmlformats.org/officeDocument/2006/relationships/officeDocument" Target="/ppt/presentation.xml" Id="Re8beb1afe0cb48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3dbf69a1774abd"/>
  </p:sldMasterIdLst>
  <p:notesMasterIdLst>
    <p:notesMasterId xmlns:r="http://schemas.openxmlformats.org/officeDocument/2006/relationships" r:id="R61590418c3174b99"/>
  </p:notesMasterIdLst>
  <p:sldIdLst>
    <p:sldId xmlns:r="http://schemas.openxmlformats.org/officeDocument/2006/relationships" id="256" r:id="Rf1ce3deece6049f6"/>
    <p:sldId xmlns:r="http://schemas.openxmlformats.org/officeDocument/2006/relationships" id="257" r:id="Re6802a101df74227"/>
    <p:sldId xmlns:r="http://schemas.openxmlformats.org/officeDocument/2006/relationships" id="258" r:id="Rd7831b1702ab473c"/>
    <p:sldId xmlns:r="http://schemas.openxmlformats.org/officeDocument/2006/relationships" id="259" r:id="R30966a8ff079491d"/>
    <p:sldId xmlns:r="http://schemas.openxmlformats.org/officeDocument/2006/relationships" id="260" r:id="R4679ae6647e64817"/>
    <p:sldId xmlns:r="http://schemas.openxmlformats.org/officeDocument/2006/relationships" id="261" r:id="R247d8ea32f674346"/>
    <p:sldId xmlns:r="http://schemas.openxmlformats.org/officeDocument/2006/relationships" id="262" r:id="R05189d435c38467a"/>
    <p:sldId xmlns:r="http://schemas.openxmlformats.org/officeDocument/2006/relationships" id="263" r:id="R04b8d023caea4b72"/>
    <p:sldId xmlns:r="http://schemas.openxmlformats.org/officeDocument/2006/relationships" id="264" r:id="R67e3345532f54b58"/>
    <p:sldId xmlns:r="http://schemas.openxmlformats.org/officeDocument/2006/relationships" id="265" r:id="Rff4594b77cfc4dcf"/>
    <p:sldId xmlns:r="http://schemas.openxmlformats.org/officeDocument/2006/relationships" id="266" r:id="R36a7d7c6fa1c45a7"/>
    <p:sldId xmlns:r="http://schemas.openxmlformats.org/officeDocument/2006/relationships" id="267" r:id="R2998107841164f2b"/>
    <p:sldId xmlns:r="http://schemas.openxmlformats.org/officeDocument/2006/relationships" id="268" r:id="Ra730b7b02372463c"/>
    <p:sldId xmlns:r="http://schemas.openxmlformats.org/officeDocument/2006/relationships" id="269" r:id="R528ef2b7898f4861"/>
    <p:sldId xmlns:r="http://schemas.openxmlformats.org/officeDocument/2006/relationships" id="270" r:id="Re56cbbe39a744a3a"/>
    <p:sldId xmlns:r="http://schemas.openxmlformats.org/officeDocument/2006/relationships" id="271" r:id="R61161894697c49b5"/>
    <p:sldId xmlns:r="http://schemas.openxmlformats.org/officeDocument/2006/relationships" id="272" r:id="R8a876289c4ff4fbe"/>
    <p:sldId xmlns:r="http://schemas.openxmlformats.org/officeDocument/2006/relationships" id="273" r:id="Re8f25937460c46e6"/>
    <p:sldId xmlns:r="http://schemas.openxmlformats.org/officeDocument/2006/relationships" id="274" r:id="Rb4f462c8a3494e06"/>
    <p:sldId xmlns:r="http://schemas.openxmlformats.org/officeDocument/2006/relationships" id="275" r:id="Rd94ef8a73be643bc"/>
    <p:sldId xmlns:r="http://schemas.openxmlformats.org/officeDocument/2006/relationships" id="276" r:id="R685c2642f3584f9c"/>
    <p:sldId xmlns:r="http://schemas.openxmlformats.org/officeDocument/2006/relationships" id="277" r:id="Re07294b6856544b0"/>
    <p:sldId xmlns:r="http://schemas.openxmlformats.org/officeDocument/2006/relationships" id="278" r:id="Rfc74d51e61204090"/>
    <p:sldId xmlns:r="http://schemas.openxmlformats.org/officeDocument/2006/relationships" id="279" r:id="Re91c9e3db97249d4"/>
    <p:sldId xmlns:r="http://schemas.openxmlformats.org/officeDocument/2006/relationships" id="280" r:id="R0089d9b521ab43b4"/>
    <p:sldId xmlns:r="http://schemas.openxmlformats.org/officeDocument/2006/relationships" id="281" r:id="Rfec02c6c032a4fc5"/>
    <p:sldId xmlns:r="http://schemas.openxmlformats.org/officeDocument/2006/relationships" id="282" r:id="R69bf8c47d04b4dfb"/>
    <p:sldId xmlns:r="http://schemas.openxmlformats.org/officeDocument/2006/relationships" id="283" r:id="R92b7fb197b1f45a5"/>
    <p:sldId xmlns:r="http://schemas.openxmlformats.org/officeDocument/2006/relationships" id="284" r:id="R93757b235c7246b7"/>
    <p:sldId xmlns:r="http://schemas.openxmlformats.org/officeDocument/2006/relationships" id="285" r:id="R979bd07e7f954a61"/>
    <p:sldId xmlns:r="http://schemas.openxmlformats.org/officeDocument/2006/relationships" id="286" r:id="Rdfcb8ddfa804493d"/>
    <p:sldId xmlns:r="http://schemas.openxmlformats.org/officeDocument/2006/relationships" id="287" r:id="R151e7cd33424481f"/>
    <p:sldId xmlns:r="http://schemas.openxmlformats.org/officeDocument/2006/relationships" id="288" r:id="R88059d6932274e73"/>
    <p:sldId xmlns:r="http://schemas.openxmlformats.org/officeDocument/2006/relationships" id="289" r:id="Ra593aeb4e4784eb0"/>
    <p:sldId xmlns:r="http://schemas.openxmlformats.org/officeDocument/2006/relationships" id="290" r:id="R72a367cc06a240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d4ae1861f41cc" /><Relationship Type="http://schemas.openxmlformats.org/officeDocument/2006/relationships/slideMaster" Target="/ppt/slideMasters/slideMaster1.xml" Id="Rc23dbf69a1774abd" /><Relationship Type="http://schemas.openxmlformats.org/officeDocument/2006/relationships/notesMaster" Target="/ppt/notesMasters/notesMaster1.xml" Id="R61590418c3174b99" /><Relationship Type="http://schemas.openxmlformats.org/officeDocument/2006/relationships/presProps" Target="/ppt/presProps.xml" Id="R8f3baf7a00c54601" /><Relationship Type="http://schemas.openxmlformats.org/officeDocument/2006/relationships/tableStyles" Target="/ppt/tableStyles.xml" Id="R0b6ae0ef3f244a99" /><Relationship Type="http://schemas.openxmlformats.org/officeDocument/2006/relationships/slide" Target="/ppt/slides/slide1.xml" Id="Rf1ce3deece6049f6" /><Relationship Type="http://schemas.openxmlformats.org/officeDocument/2006/relationships/slide" Target="/ppt/slides/slide2.xml" Id="Re6802a101df74227" /><Relationship Type="http://schemas.openxmlformats.org/officeDocument/2006/relationships/slide" Target="/ppt/slides/slide3.xml" Id="Rd7831b1702ab473c" /><Relationship Type="http://schemas.openxmlformats.org/officeDocument/2006/relationships/slide" Target="/ppt/slides/slide4.xml" Id="R30966a8ff079491d" /><Relationship Type="http://schemas.openxmlformats.org/officeDocument/2006/relationships/slide" Target="/ppt/slides/slide5.xml" Id="R4679ae6647e64817" /><Relationship Type="http://schemas.openxmlformats.org/officeDocument/2006/relationships/slide" Target="/ppt/slides/slide6.xml" Id="R247d8ea32f674346" /><Relationship Type="http://schemas.openxmlformats.org/officeDocument/2006/relationships/slide" Target="/ppt/slides/slide7.xml" Id="R05189d435c38467a" /><Relationship Type="http://schemas.openxmlformats.org/officeDocument/2006/relationships/slide" Target="/ppt/slides/slide8.xml" Id="R04b8d023caea4b72" /><Relationship Type="http://schemas.openxmlformats.org/officeDocument/2006/relationships/slide" Target="/ppt/slides/slide9.xml" Id="R67e3345532f54b58" /><Relationship Type="http://schemas.openxmlformats.org/officeDocument/2006/relationships/slide" Target="/ppt/slides/slide10.xml" Id="Rff4594b77cfc4dcf" /><Relationship Type="http://schemas.openxmlformats.org/officeDocument/2006/relationships/slide" Target="/ppt/slides/slide11.xml" Id="R36a7d7c6fa1c45a7" /><Relationship Type="http://schemas.openxmlformats.org/officeDocument/2006/relationships/slide" Target="/ppt/slides/slide12.xml" Id="R2998107841164f2b" /><Relationship Type="http://schemas.openxmlformats.org/officeDocument/2006/relationships/slide" Target="/ppt/slides/slide13.xml" Id="Ra730b7b02372463c" /><Relationship Type="http://schemas.openxmlformats.org/officeDocument/2006/relationships/slide" Target="/ppt/slides/slide14.xml" Id="R528ef2b7898f4861" /><Relationship Type="http://schemas.openxmlformats.org/officeDocument/2006/relationships/slide" Target="/ppt/slides/slide15.xml" Id="Re56cbbe39a744a3a" /><Relationship Type="http://schemas.openxmlformats.org/officeDocument/2006/relationships/slide" Target="/ppt/slides/slide16.xml" Id="R61161894697c49b5" /><Relationship Type="http://schemas.openxmlformats.org/officeDocument/2006/relationships/slide" Target="/ppt/slides/slide17.xml" Id="R8a876289c4ff4fbe" /><Relationship Type="http://schemas.openxmlformats.org/officeDocument/2006/relationships/slide" Target="/ppt/slides/slide18.xml" Id="Re8f25937460c46e6" /><Relationship Type="http://schemas.openxmlformats.org/officeDocument/2006/relationships/slide" Target="/ppt/slides/slide19.xml" Id="Rb4f462c8a3494e06" /><Relationship Type="http://schemas.openxmlformats.org/officeDocument/2006/relationships/slide" Target="/ppt/slides/slide20.xml" Id="Rd94ef8a73be643bc" /><Relationship Type="http://schemas.openxmlformats.org/officeDocument/2006/relationships/slide" Target="/ppt/slides/slide21.xml" Id="R685c2642f3584f9c" /><Relationship Type="http://schemas.openxmlformats.org/officeDocument/2006/relationships/slide" Target="/ppt/slides/slide22.xml" Id="Re07294b6856544b0" /><Relationship Type="http://schemas.openxmlformats.org/officeDocument/2006/relationships/slide" Target="/ppt/slides/slide23.xml" Id="Rfc74d51e61204090" /><Relationship Type="http://schemas.openxmlformats.org/officeDocument/2006/relationships/slide" Target="/ppt/slides/slide24.xml" Id="Re91c9e3db97249d4" /><Relationship Type="http://schemas.openxmlformats.org/officeDocument/2006/relationships/slide" Target="/ppt/slides/slide25.xml" Id="R0089d9b521ab43b4" /><Relationship Type="http://schemas.openxmlformats.org/officeDocument/2006/relationships/slide" Target="/ppt/slides/slide26.xml" Id="Rfec02c6c032a4fc5" /><Relationship Type="http://schemas.openxmlformats.org/officeDocument/2006/relationships/slide" Target="/ppt/slides/slide27.xml" Id="R69bf8c47d04b4dfb" /><Relationship Type="http://schemas.openxmlformats.org/officeDocument/2006/relationships/slide" Target="/ppt/slides/slide28.xml" Id="R92b7fb197b1f45a5" /><Relationship Type="http://schemas.openxmlformats.org/officeDocument/2006/relationships/slide" Target="/ppt/slides/slide29.xml" Id="R93757b235c7246b7" /><Relationship Type="http://schemas.openxmlformats.org/officeDocument/2006/relationships/slide" Target="/ppt/slides/slide30.xml" Id="R979bd07e7f954a61" /><Relationship Type="http://schemas.openxmlformats.org/officeDocument/2006/relationships/slide" Target="/ppt/slides/slide31.xml" Id="Rdfcb8ddfa804493d" /><Relationship Type="http://schemas.openxmlformats.org/officeDocument/2006/relationships/slide" Target="/ppt/slides/slide32.xml" Id="R151e7cd33424481f" /><Relationship Type="http://schemas.openxmlformats.org/officeDocument/2006/relationships/slide" Target="/ppt/slides/slide33.xml" Id="R88059d6932274e73" /><Relationship Type="http://schemas.openxmlformats.org/officeDocument/2006/relationships/slide" Target="/ppt/slides/slide34.xml" Id="Ra593aeb4e4784eb0" /><Relationship Type="http://schemas.openxmlformats.org/officeDocument/2006/relationships/slide" Target="/ppt/slides/slide35.xml" Id="R72a367cc06a2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f8e0d51d7947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45f5a540384814" /><Relationship Type="http://schemas.openxmlformats.org/officeDocument/2006/relationships/notesMaster" Target="/ppt/notesMasters/notesMaster1.xml" Id="Rf20f8e23f35241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f9f131bc964c1e" /><Relationship Type="http://schemas.openxmlformats.org/officeDocument/2006/relationships/notesMaster" Target="/ppt/notesMasters/notesMaster1.xml" Id="Re30937ed79f542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1637e4b70140b0" /><Relationship Type="http://schemas.openxmlformats.org/officeDocument/2006/relationships/notesMaster" Target="/ppt/notesMasters/notesMaster1.xml" Id="R6c54b5e9255f47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d5897961947c8" /><Relationship Type="http://schemas.openxmlformats.org/officeDocument/2006/relationships/notesMaster" Target="/ppt/notesMasters/notesMaster1.xml" Id="Rf9bcaa382d3a49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e543642727482f" /><Relationship Type="http://schemas.openxmlformats.org/officeDocument/2006/relationships/notesMaster" Target="/ppt/notesMasters/notesMaster1.xml" Id="R7efea0b02eed48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7290c76b70499f" /><Relationship Type="http://schemas.openxmlformats.org/officeDocument/2006/relationships/notesMaster" Target="/ppt/notesMasters/notesMaster1.xml" Id="R5d1d715212f54a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f24aea4fcb4b35" /><Relationship Type="http://schemas.openxmlformats.org/officeDocument/2006/relationships/notesMaster" Target="/ppt/notesMasters/notesMaster1.xml" Id="R32da0cc4dfa641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2b1cd76e4f4d10" /><Relationship Type="http://schemas.openxmlformats.org/officeDocument/2006/relationships/notesMaster" Target="/ppt/notesMasters/notesMaster1.xml" Id="R416e4988cd3c4d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88e62b1670472d" /><Relationship Type="http://schemas.openxmlformats.org/officeDocument/2006/relationships/notesMaster" Target="/ppt/notesMasters/notesMaster1.xml" Id="R432cd17210ed45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011a5323d34758" /><Relationship Type="http://schemas.openxmlformats.org/officeDocument/2006/relationships/notesMaster" Target="/ppt/notesMasters/notesMaster1.xml" Id="Rda2a3aba86064e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a18c0a27874c1b" /><Relationship Type="http://schemas.openxmlformats.org/officeDocument/2006/relationships/notesMaster" Target="/ppt/notesMasters/notesMaster1.xml" Id="R61333ddbc0414c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3439a56e934124" /><Relationship Type="http://schemas.openxmlformats.org/officeDocument/2006/relationships/notesMaster" Target="/ppt/notesMasters/notesMaster1.xml" Id="R20be357a8cc54c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83ceef9a184210" /><Relationship Type="http://schemas.openxmlformats.org/officeDocument/2006/relationships/notesMaster" Target="/ppt/notesMasters/notesMaster1.xml" Id="R358a2853b9b04b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c44db577d249eb" /><Relationship Type="http://schemas.openxmlformats.org/officeDocument/2006/relationships/notesMaster" Target="/ppt/notesMasters/notesMaster1.xml" Id="R45833d660ac94c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36de25bcfd45c4" /><Relationship Type="http://schemas.openxmlformats.org/officeDocument/2006/relationships/notesMaster" Target="/ppt/notesMasters/notesMaster1.xml" Id="Rf450216a985d43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ef7c84302241e9" /><Relationship Type="http://schemas.openxmlformats.org/officeDocument/2006/relationships/notesMaster" Target="/ppt/notesMasters/notesMaster1.xml" Id="Rb76476afe13e48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a18ca36b494275" /><Relationship Type="http://schemas.openxmlformats.org/officeDocument/2006/relationships/notesMaster" Target="/ppt/notesMasters/notesMaster1.xml" Id="Rb200be332a8b41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3b556bf2894e64" /><Relationship Type="http://schemas.openxmlformats.org/officeDocument/2006/relationships/notesMaster" Target="/ppt/notesMasters/notesMaster1.xml" Id="Re680d3bcc5234d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b9a5ec26c04b50" /><Relationship Type="http://schemas.openxmlformats.org/officeDocument/2006/relationships/notesMaster" Target="/ppt/notesMasters/notesMaster1.xml" Id="R46cd3eaed22d4a5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1072ae080d4723" /><Relationship Type="http://schemas.openxmlformats.org/officeDocument/2006/relationships/notesMaster" Target="/ppt/notesMasters/notesMaster1.xml" Id="R57102ccc75ac42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467e46e8a8411c" /><Relationship Type="http://schemas.openxmlformats.org/officeDocument/2006/relationships/notesMaster" Target="/ppt/notesMasters/notesMaster1.xml" Id="Rdc8872244dcf44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a17900b6c64084" /><Relationship Type="http://schemas.openxmlformats.org/officeDocument/2006/relationships/notesMaster" Target="/ppt/notesMasters/notesMaster1.xml" Id="R93f26da326cd47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03b78307b64c59" /><Relationship Type="http://schemas.openxmlformats.org/officeDocument/2006/relationships/notesMaster" Target="/ppt/notesMasters/notesMaster1.xml" Id="R298cffa283de4a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78e30680244c46" /><Relationship Type="http://schemas.openxmlformats.org/officeDocument/2006/relationships/notesMaster" Target="/ppt/notesMasters/notesMaster1.xml" Id="R4376862dcf5448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0e0c0ff30f4f3b" /><Relationship Type="http://schemas.openxmlformats.org/officeDocument/2006/relationships/notesMaster" Target="/ppt/notesMasters/notesMaster1.xml" Id="R59abc09c2ad640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9b78a9622149c0" /><Relationship Type="http://schemas.openxmlformats.org/officeDocument/2006/relationships/notesMaster" Target="/ppt/notesMasters/notesMaster1.xml" Id="Rc3dd2254dba641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2774dbdf78942c1" /><Relationship Type="http://schemas.openxmlformats.org/officeDocument/2006/relationships/notesMaster" Target="/ppt/notesMasters/notesMaster1.xml" Id="R4421f3bd0e204ba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8f852fb6ee4b91" /><Relationship Type="http://schemas.openxmlformats.org/officeDocument/2006/relationships/notesMaster" Target="/ppt/notesMasters/notesMaster1.xml" Id="Rc24344e2a20844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da503a0540458c" /><Relationship Type="http://schemas.openxmlformats.org/officeDocument/2006/relationships/notesMaster" Target="/ppt/notesMasters/notesMaster1.xml" Id="Ra7f5bb5e379a4e4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169112df359409e" /><Relationship Type="http://schemas.openxmlformats.org/officeDocument/2006/relationships/notesMaster" Target="/ppt/notesMasters/notesMaster1.xml" Id="R285be7a6d9534c2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8d6448e75b4b51" /><Relationship Type="http://schemas.openxmlformats.org/officeDocument/2006/relationships/notesMaster" Target="/ppt/notesMasters/notesMaster1.xml" Id="Rb92edd2a8b274f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1772fe4a567489a" /><Relationship Type="http://schemas.openxmlformats.org/officeDocument/2006/relationships/notesMaster" Target="/ppt/notesMasters/notesMaster1.xml" Id="Rdb44cc04786f40b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79faff7361c4fb4" /><Relationship Type="http://schemas.openxmlformats.org/officeDocument/2006/relationships/notesMaster" Target="/ppt/notesMasters/notesMaster1.xml" Id="R017753515bad4ac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d32bc33eb04ff6" /><Relationship Type="http://schemas.openxmlformats.org/officeDocument/2006/relationships/notesMaster" Target="/ppt/notesMasters/notesMaster1.xml" Id="Re697c8805be54d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a6c06381f2945fd" /><Relationship Type="http://schemas.openxmlformats.org/officeDocument/2006/relationships/notesMaster" Target="/ppt/notesMasters/notesMaster1.xml" Id="R58e790741d44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https://obstaclecourse.tricentis.com/Obstacles/14090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https://obstaclecourse.tricentis.com/Obstacles/19875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https://obstaclecourse.tricentis.com/Obstacles/21269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https://obstaclecourse.tricentis.com/Obstacles/23292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https://obstaclecourse.tricentis.com/Obstacles/24499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https://obstaclecourse.tricentis.com/Obstacles/30034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https://obstaclecourse.tricentis.com/Obstacles/32403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https://obstaclecourse.tricentis.com/Obstacles/33678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https://obstaclecourse.tricentis.com/Obstacles/41032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https://obstaclecourse.tricentis.com/Obstacles/41036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https://obstaclecourse.tricentis.com/Obstacles/41037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https://obstaclecourse.tricentis.com/Obstacles/41038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https://obstaclecourse.tricentis.com/Obstacles/41041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https://obstaclecourse.tricentis.com/Obstacles/45618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https://obstaclecourse.tricentis.com/Obstacles/57683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https://obstaclecourse.tricentis.com/Obstacles/64161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https://obstaclecourse.tricentis.com/Obstacles/66667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https://obstaclecourse.tricentis.com/Obstacles/70310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https://obstaclecourse.tricentis.com/Obstacles/70924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https://obstaclecourse.tricentis.com/Obstacles/72946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https://obstaclecourse.tricentis.com/Obstacles/72954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https://obstaclecourse.tricentis.com/Obstacles/73588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https://obstaclecourse.tricentis.com/Obstacles/73589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https://obstaclecourse.tricentis.com/Obstacles/78264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https://obstaclecourse.tricentis.com/Obstacles/81012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https://obstaclecourse.tricentis.com/Obstacles/81121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https://obstaclecourse.tricentis.com/Obstacles/94441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https://obstaclecourse.tricentis.com/Obstacles/99999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https://obstaclecourse.tricentis.com/Obstacles/66666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https://github.com/automators-com/flowproof/blob/v0.12.2/docs/authoring.md</a:t>
            </a:r>
          </a:p>
          <a:p xmlns:a="http://schemas.openxmlformats.org/drawingml/2006/main">
            <a:r>
              <a:t>- https://github.com/automators-com/flowproof/blob/v0.12.2/docs/obstacle-course.md</a:t>
            </a:r>
          </a:p>
          <a:p xmlns:a="http://schemas.openxmlformats.org/drawingml/2006/main">
            <a:r>
              <a:t>- https://github.com/automators-com/design-system/blob/v1.0.1/DESIGN.md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f7fbd637d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a32f1802543bf" /><Relationship Type="http://schemas.openxmlformats.org/officeDocument/2006/relationships/slideLayout" Target="/ppt/slideLayouts/slideLayout1.xml" Id="Re7ddebc10add45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ddebc10add45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85bc4e5bb41c6" /><Relationship Type="http://schemas.openxmlformats.org/officeDocument/2006/relationships/notesSlide" Target="/ppt/notesSlides/notesSlide1.xml" Id="Rf30fe9aaf45b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78d205911410d" /><Relationship Type="http://schemas.openxmlformats.org/officeDocument/2006/relationships/notesSlide" Target="/ppt/notesSlides/notesSlide2.xml" Id="R9d88cfe52e0c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aff4489cb4d78" /><Relationship Type="http://schemas.openxmlformats.org/officeDocument/2006/relationships/notesSlide" Target="/ppt/notesSlides/notesSlide3.xml" Id="R2c081bd5e01842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9a8cf974d4249" /><Relationship Type="http://schemas.openxmlformats.org/officeDocument/2006/relationships/notesSlide" Target="/ppt/notesSlides/notesSlide4.xml" Id="Rb2911be8c594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bdf1d21dc431a" /><Relationship Type="http://schemas.openxmlformats.org/officeDocument/2006/relationships/notesSlide" Target="/ppt/notesSlides/notesSlide5.xml" Id="Rf8ddfb2b995540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9d680ffc9447f" /><Relationship Type="http://schemas.openxmlformats.org/officeDocument/2006/relationships/notesSlide" Target="/ppt/notesSlides/notesSlide6.xml" Id="Rc9d6ff925f8d40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cbbe3d6914130" /><Relationship Type="http://schemas.openxmlformats.org/officeDocument/2006/relationships/notesSlide" Target="/ppt/notesSlides/notesSlide7.xml" Id="R26d9b3e459054a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57bc2964349dd" /><Relationship Type="http://schemas.openxmlformats.org/officeDocument/2006/relationships/notesSlide" Target="/ppt/notesSlides/notesSlide8.xml" Id="R7c5dc163c6784e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ca2e6b8454b17" /><Relationship Type="http://schemas.openxmlformats.org/officeDocument/2006/relationships/notesSlide" Target="/ppt/notesSlides/notesSlide9.xml" Id="R60d5a91fdc7543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a30403e484804" /><Relationship Type="http://schemas.openxmlformats.org/officeDocument/2006/relationships/notesSlide" Target="/ppt/notesSlides/notesSlide10.xml" Id="R046ea191fec24e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01a0208dd4105" /><Relationship Type="http://schemas.openxmlformats.org/officeDocument/2006/relationships/notesSlide" Target="/ppt/notesSlides/notesSlide11.xml" Id="R34c7d0a0cb0f46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b5ce7a4eb4619" /><Relationship Type="http://schemas.openxmlformats.org/officeDocument/2006/relationships/notesSlide" Target="/ppt/notesSlides/notesSlide12.xml" Id="Rfa05fa53ef0643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672ff5fb54e2d" /><Relationship Type="http://schemas.openxmlformats.org/officeDocument/2006/relationships/notesSlide" Target="/ppt/notesSlides/notesSlide13.xml" Id="Rc5b24291435b42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b516b0928489e" /><Relationship Type="http://schemas.openxmlformats.org/officeDocument/2006/relationships/notesSlide" Target="/ppt/notesSlides/notesSlide14.xml" Id="Ra62ff711d7d344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820ce4079482d" /><Relationship Type="http://schemas.openxmlformats.org/officeDocument/2006/relationships/notesSlide" Target="/ppt/notesSlides/notesSlide15.xml" Id="Rd7a5a1d77cbb48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8835414c34c21" /><Relationship Type="http://schemas.openxmlformats.org/officeDocument/2006/relationships/notesSlide" Target="/ppt/notesSlides/notesSlide16.xml" Id="R6664f0753c7b41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d5a6cf7ed4747" /><Relationship Type="http://schemas.openxmlformats.org/officeDocument/2006/relationships/notesSlide" Target="/ppt/notesSlides/notesSlide17.xml" Id="R904f0f14c95c4e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6063b6c5a42d3" /><Relationship Type="http://schemas.openxmlformats.org/officeDocument/2006/relationships/notesSlide" Target="/ppt/notesSlides/notesSlide18.xml" Id="R35845ccd31fd41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a8c412d864eb6" /><Relationship Type="http://schemas.openxmlformats.org/officeDocument/2006/relationships/notesSlide" Target="/ppt/notesSlides/notesSlide19.xml" Id="R791963c760da48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86075f1654b68" /><Relationship Type="http://schemas.openxmlformats.org/officeDocument/2006/relationships/notesSlide" Target="/ppt/notesSlides/notesSlide20.xml" Id="R0790b768fc804b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d694d8c4f456d" /><Relationship Type="http://schemas.openxmlformats.org/officeDocument/2006/relationships/notesSlide" Target="/ppt/notesSlides/notesSlide21.xml" Id="R63d96f68774e4f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510d620b94732" /><Relationship Type="http://schemas.openxmlformats.org/officeDocument/2006/relationships/notesSlide" Target="/ppt/notesSlides/notesSlide22.xml" Id="R01f394953e8d43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ca496c06b4da1" /><Relationship Type="http://schemas.openxmlformats.org/officeDocument/2006/relationships/notesSlide" Target="/ppt/notesSlides/notesSlide23.xml" Id="R46dec0efc26f42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61096c6684385" /><Relationship Type="http://schemas.openxmlformats.org/officeDocument/2006/relationships/notesSlide" Target="/ppt/notesSlides/notesSlide24.xml" Id="Rcf7c0f62122748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1746d2d4a4fd2" /><Relationship Type="http://schemas.openxmlformats.org/officeDocument/2006/relationships/notesSlide" Target="/ppt/notesSlides/notesSlide25.xml" Id="Rf58658cf36f04e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85478180a455b" /><Relationship Type="http://schemas.openxmlformats.org/officeDocument/2006/relationships/notesSlide" Target="/ppt/notesSlides/notesSlide26.xml" Id="R1238d7fe863441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9e8c822704456" /><Relationship Type="http://schemas.openxmlformats.org/officeDocument/2006/relationships/notesSlide" Target="/ppt/notesSlides/notesSlide27.xml" Id="Ra1f65f4a68e744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04e185eaa4702" /><Relationship Type="http://schemas.openxmlformats.org/officeDocument/2006/relationships/notesSlide" Target="/ppt/notesSlides/notesSlide28.xml" Id="Rbf745a3863d747b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0e5dc4bd04eaa" /><Relationship Type="http://schemas.openxmlformats.org/officeDocument/2006/relationships/notesSlide" Target="/ppt/notesSlides/notesSlide29.xml" Id="R4b27a32d9b7f411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36703f6964548" /><Relationship Type="http://schemas.openxmlformats.org/officeDocument/2006/relationships/notesSlide" Target="/ppt/notesSlides/notesSlide30.xml" Id="R85e50f827fa640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10cbda08042c5" /><Relationship Type="http://schemas.openxmlformats.org/officeDocument/2006/relationships/notesSlide" Target="/ppt/notesSlides/notesSlide31.xml" Id="Raa2c472e5b1f4f9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fa532d01c4856" /><Relationship Type="http://schemas.openxmlformats.org/officeDocument/2006/relationships/notesSlide" Target="/ppt/notesSlides/notesSlide32.xml" Id="R6afa3efd96df427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414e2fd0144a2" /><Relationship Type="http://schemas.openxmlformats.org/officeDocument/2006/relationships/notesSlide" Target="/ppt/notesSlides/notesSlide33.xml" Id="R0f29b7b0d39f41d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d5f1cda024191" /><Relationship Type="http://schemas.openxmlformats.org/officeDocument/2006/relationships/notesSlide" Target="/ppt/notesSlides/notesSlide34.xml" Id="R42a12620886e416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b2e548e5b4f27" /><Relationship Type="http://schemas.openxmlformats.org/officeDocument/2006/relationships/notesSlide" Target="/ppt/notesSlides/notesSlide35.xml" Id="Ra1cf1bfe897049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AAC5-A8EA-4DA2-BFE7-3A02DCF0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Solutions in human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736A0-C8B1-411A-B861-EDE6340B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Actions describe human intent. Structured proof remains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21EBB-DFF3-49C8-AE99-1F72E61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1F45E-AE5B-4C5F-9C89-9578C69B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B93831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B93831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B67DA-3C66-49F3-B059-78EFD03D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482B7C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482B7C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6E59C-9817-4B8B-83CA-A66242A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passing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91801-D5A5-47B9-9D48-33B08CF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95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refused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9F4D2-D55C-42F9-99EE-20AA39E3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sketches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A5E52-23A8-4EA1-9180-D7FBAA4D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600FA-0C6D-4D7D-B500-65990BEC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Verified for Flowproof 0.12.2</a:t>
            </a:r>
          </a:p>
        </p:txBody>
      </p:sp>
      <p:sp>
        <p:nvSpPr>
          <p:cNvPr id="1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BF6D102-AD2C-4CBB-B23F-E8FE0673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A95D1-1D29-40AB-934F-A726D1A1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01 / 35</a:t>
            </a:r>
          </a:p>
        </p:txBody>
      </p:sp>
    </p:spTree>
    <p:extLst>
      <p:ext uri="{BB962C8B-B14F-4D97-AF65-F5344CB8AC3E}">
        <p14:creationId xmlns:p14="http://schemas.microsoft.com/office/powerpoint/2010/main" val="566260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9B8351-D287-4D29-B854-AEDE7A1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Every green ran twice.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3CC61F-9DAE-4F00-95C0-9C1CAEF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First against the live page during record, then again from the deterministic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A4C0D-CA6D-416F-9FF9-B0CEDEF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Write the action in your own words. The authoring model grounds it to one of the live targets Flowproof supplied; invented selectors are rejected.</a:t>
            </a:r>
          </a:p>
        </p:txBody>
      </p:sp>
      <p:sp>
        <p:nvSpPr>
          <p:cNvPr id="4" name="code-card">
            <a:extLst xmlns:a="http://schemas.openxmlformats.org/drawingml/2006/main">
              <a:ext uri="{FF2B5EF4-FFF2-40B4-BE49-F238E27FC236}">
                <a16:creationId xmlns:a16="http://schemas.microsoft.com/office/drawing/2014/main" id="{8358D600-780A-48CC-A7A7-C89A4AAB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590550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code-card-text">
            <a:extLst xmlns:a="http://schemas.openxmlformats.org/drawingml/2006/main">
              <a:ext uri="{FF2B5EF4-FFF2-40B4-BE49-F238E27FC236}">
                <a16:creationId xmlns:a16="http://schemas.microsoft.com/office/drawing/2014/main" id="{94DC7050-55CE-4A40-96CA-6A3CE031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53340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19875 - Tomorrow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https://obstaclecourse.tricentis.com/Obstacles/19875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clock: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at: "2026-01-15T12:00:00Z"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timezone: Europe/Berlin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16.01.2026 in the date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C6D5F-4076-488E-A1B3-F9F6D81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E9854-7C1C-4B45-8792-9096F2DE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8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15FBD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315FBD"/>
                </a:solidFill>
                <a:latin typeface="Noto Sans"/>
                <a:ea typeface="Noto Sans"/>
                <a:cs typeface="Noto Sans"/>
              </a:rPr>
              <a:t>Actions can vary; assertions and control structures keep deterministic meaning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00E5572-6C66-4B8F-8573-3DDB0D2B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1130AD-2011-4228-BCAB-149F5AE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02 / 35</a:t>
            </a:r>
          </a:p>
        </p:txBody>
      </p:sp>
    </p:spTree>
    <p:extLst>
      <p:ext uri="{BB962C8B-B14F-4D97-AF65-F5344CB8AC3E}">
        <p14:creationId xmlns:p14="http://schemas.microsoft.com/office/powerpoint/2010/main" val="577790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3AC17B-D40F-4837-AF0A-A4D2AAB4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Twenty-eight pass. Twelve refuse honestly.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D0F345-694E-4C4D-801B-3249ABFF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The score is less important than knowing which green results correspond to real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1773F-DACD-48A6-9CD4-72848C0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15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615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22D2F-A87A-469D-A6E2-D18DDE4C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1648F-6EBE-40B2-B10A-7392E1C9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908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150" b="1">
                <a:solidFill>
                  <a:srgbClr val="B93831"/>
                </a:solidFill>
                <a:latin typeface="Noto Sans"/>
                <a:ea typeface="Noto Sans"/>
                <a:cs typeface="Noto Sans"/>
              </a:defRPr>
            </a:pPr>
            <a:r>
              <a:rPr sz="6150" b="1">
                <a:solidFill>
                  <a:srgbClr val="B93831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2FBE7-15CB-4D0D-8A97-766C3249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No honest completion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83E85-FA71-470E-9E24-B270379D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150" b="1">
                <a:solidFill>
                  <a:srgbClr val="482B7C"/>
                </a:solidFill>
                <a:latin typeface="Noto Sans"/>
                <a:ea typeface="Noto Sans"/>
                <a:cs typeface="Noto Sans"/>
              </a:defRPr>
            </a:pPr>
            <a:r>
              <a:rPr sz="6150" b="1">
                <a:solidFill>
                  <a:srgbClr val="482B7C"/>
                </a:solidFill>
                <a:latin typeface="Noto Sans"/>
                <a:ea typeface="Noto Sans"/>
                <a:cs typeface="Noto San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47672-9F3E-4355-93BD-299A8E33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Unverified sketches</a:t>
            </a:r>
          </a:p>
        </p:txBody>
      </p:sp>
      <p:sp>
        <p:nvSpPr>
          <p:cNvPr id="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BE15BDB-2336-4C79-8D76-F5F06519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F66932-8EFB-409C-9F8F-496ACCE7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03 / 35</a:t>
            </a:r>
          </a:p>
        </p:txBody>
      </p:sp>
    </p:spTree>
    <p:extLst>
      <p:ext uri="{BB962C8B-B14F-4D97-AF65-F5344CB8AC3E}">
        <p14:creationId xmlns:p14="http://schemas.microsoft.com/office/powerpoint/2010/main" val="1369620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74640-5492-4895-A527-42C4EFA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14090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6B870-8AA5-4676-B505-22FD268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Dropdown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BF57F-68F2-4CE7-97EB-86893F78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Generate the challenge, choose five answers, then submit.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8F615-8518-476D-A2B4-B716C6D7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7761E-712A-42DF-855C-F8701817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14090">
            <a:extLst xmlns:a="http://schemas.openxmlformats.org/drawingml/2006/main">
              <a:ext uri="{FF2B5EF4-FFF2-40B4-BE49-F238E27FC236}">
                <a16:creationId xmlns:a16="http://schemas.microsoft.com/office/drawing/2014/main" id="{ABFAC5C5-54BD-437E-8B61-889A685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14090-text">
            <a:extLst xmlns:a="http://schemas.openxmlformats.org/drawingml/2006/main">
              <a:ext uri="{FF2B5EF4-FFF2-40B4-BE49-F238E27FC236}">
                <a16:creationId xmlns:a16="http://schemas.microsoft.com/office/drawing/2014/main" id="{286350A5-99E4-44B0-A68E-D2AF2B76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14090 - Dropdown table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https://obstaclecourse.tricentis.com/Obstacles/14090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Generate the dropdown challenge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Choose Obstacle Course in the first dropdown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Choose WebDriver in the second dropdown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Choose Cloud in the third dropdown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Choose XScan in the fourth dropdown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Choose Mobile in the fifth dropdown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Submit the selected answers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94EA3ED-D834-420D-879A-4AAD27BD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EB4350-5EAD-48BD-AE8B-69886190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04 / 35</a:t>
            </a:r>
          </a:p>
        </p:txBody>
      </p:sp>
    </p:spTree>
    <p:extLst>
      <p:ext uri="{BB962C8B-B14F-4D97-AF65-F5344CB8AC3E}">
        <p14:creationId xmlns:p14="http://schemas.microsoft.com/office/powerpoint/2010/main" val="1167508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78710-84ED-4A7B-A631-92002FE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19875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C4489-B4B2-4B80-B46D-11DFF090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Tomorrow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AB1F0-033D-4873-96B5-1986E6D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the clock and enter the next calendar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8BF27-B680-41DF-8507-07F3D4FB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A7F84-046B-490F-BCD5-FC13FA6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19875">
            <a:extLst xmlns:a="http://schemas.openxmlformats.org/drawingml/2006/main">
              <a:ext uri="{FF2B5EF4-FFF2-40B4-BE49-F238E27FC236}">
                <a16:creationId xmlns:a16="http://schemas.microsoft.com/office/drawing/2014/main" id="{1EC820BA-C719-4B36-BA57-DF3F855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19875-text">
            <a:extLst xmlns:a="http://schemas.openxmlformats.org/drawingml/2006/main">
              <a:ext uri="{FF2B5EF4-FFF2-40B4-BE49-F238E27FC236}">
                <a16:creationId xmlns:a16="http://schemas.microsoft.com/office/drawing/2014/main" id="{4F383AF3-14ED-4342-8354-BF173AC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19875 - Tomorrow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https://obstaclecourse.tricentis.com/Obstacles/19875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clock: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at: "2026-01-15T12:00:00Z"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timezone: Europe/Berlin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16.01.2026 in the date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5DBEFEE-7F7D-4338-9729-F858EB75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6C8F10-407B-4FD0-9B6A-BFA3398E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05 / 35</a:t>
            </a:r>
          </a:p>
        </p:txBody>
      </p:sp>
    </p:spTree>
    <p:extLst>
      <p:ext uri="{BB962C8B-B14F-4D97-AF65-F5344CB8AC3E}">
        <p14:creationId xmlns:p14="http://schemas.microsoft.com/office/powerpoint/2010/main" val="1786956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F52CF-B6B8-4D34-9F1E-A43EC3C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21269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E66BC-27D1-4522-9B0D-83BB9BA0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Future Christmas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FDAF7-126F-40F5-923D-B297F890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Pin the clock and answer with the weekday.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F2D04-D263-427D-8C3C-18AD1BDF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84B7D-28AB-4EFF-82B5-B47D5F29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21269">
            <a:extLst xmlns:a="http://schemas.openxmlformats.org/drawingml/2006/main">
              <a:ext uri="{FF2B5EF4-FFF2-40B4-BE49-F238E27FC236}">
                <a16:creationId xmlns:a16="http://schemas.microsoft.com/office/drawing/2014/main" id="{C3F4D31A-380A-428A-94AD-04706A1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21269-text">
            <a:extLst xmlns:a="http://schemas.openxmlformats.org/drawingml/2006/main">
              <a:ext uri="{FF2B5EF4-FFF2-40B4-BE49-F238E27FC236}">
                <a16:creationId xmlns:a16="http://schemas.microsoft.com/office/drawing/2014/main" id="{AB2959FF-0A37-4005-BA95-26DF460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21269 - Future Christmas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https://obstaclecourse.tricentis.com/Obstacles/21269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clock: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at: "2026-01-15T12:00:00Z"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timezone: Europe/Berlin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Monday as the weekday for Christmas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DE82DB2-9004-477D-805A-6FB0196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F0901B-8F59-49AA-B9CA-2CDB1BC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06 / 35</a:t>
            </a:r>
          </a:p>
        </p:txBody>
      </p:sp>
    </p:spTree>
    <p:extLst>
      <p:ext uri="{BB962C8B-B14F-4D97-AF65-F5344CB8AC3E}">
        <p14:creationId xmlns:p14="http://schemas.microsoft.com/office/powerpoint/2010/main" val="45144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8D5E7-2D2F-495E-8B8E-67368D06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23292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3EE68-E58B-4F87-9C51-FCBA8FE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Todo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6E423-26A7-4B03-B2B3-AA88F30C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Drag every task and prove each app-defined drop.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EA155-7148-445D-9955-8E7D53D7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A665A-15F2-40C2-A525-164952E3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23292">
            <a:extLst xmlns:a="http://schemas.openxmlformats.org/drawingml/2006/main">
              <a:ext uri="{FF2B5EF4-FFF2-40B4-BE49-F238E27FC236}">
                <a16:creationId xmlns:a16="http://schemas.microsoft.com/office/drawing/2014/main" id="{6793C8B0-0D33-4CAD-90F2-A1BD2F55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23292-text">
            <a:extLst xmlns:a="http://schemas.openxmlformats.org/drawingml/2006/main">
              <a:ext uri="{FF2B5EF4-FFF2-40B4-BE49-F238E27FC236}">
                <a16:creationId xmlns:a16="http://schemas.microsoft.com/office/drawing/2014/main" id="{C2CC1167-7AAE-414C-A1B4-50B07FEA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23292 - Todo list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https://obstaclecourse.tricentis.com/Obstacles/23292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viewport: { width: 1280, height: 2400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Drag task 1 into the todo drop area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"css:tbody.droparea" shows Write recipe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Drag task 2 into the todo drop area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"css:tbody.droparea" shows Buy ingredients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Drag task 3 into the todo drop area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"css:tbody.droparea" shows Bake cake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Drag task 4 into the todo drop area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"css:tbody.droparea" shows Eat cake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Drag task 5 into the todo drop area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"css:tbody.droparea" shows Cleanup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Drag task 6 into the todo drop area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"css:tbody.droparea" shows Update recipe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129FBF9-5131-4ACD-8E68-D47CEB9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C878A7-55EF-4811-8781-1F6F06D4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07 / 35</a:t>
            </a:r>
          </a:p>
        </p:txBody>
      </p:sp>
    </p:spTree>
    <p:extLst>
      <p:ext uri="{BB962C8B-B14F-4D97-AF65-F5344CB8AC3E}">
        <p14:creationId xmlns:p14="http://schemas.microsoft.com/office/powerpoint/2010/main" val="1128666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EB70B-7C6E-42B3-9332-934F4B54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24499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0661E-2496-4EAD-8108-F42B4E99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And counting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C08D8-64C6-45E8-A1AB-110BAB52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prompt under a pinned seed and enter its 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F71E0-FFD6-47FB-A8BA-7E28973A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A81F0-F7BA-4728-AF1F-2DE25216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24499">
            <a:extLst xmlns:a="http://schemas.openxmlformats.org/drawingml/2006/main">
              <a:ext uri="{FF2B5EF4-FFF2-40B4-BE49-F238E27FC236}">
                <a16:creationId xmlns:a16="http://schemas.microsoft.com/office/drawing/2014/main" id="{3A3F55FA-C928-475F-8BBB-D9AE5DC2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24499-text">
            <a:extLst xmlns:a="http://schemas.openxmlformats.org/drawingml/2006/main">
              <a:ext uri="{FF2B5EF4-FFF2-40B4-BE49-F238E27FC236}">
                <a16:creationId xmlns:a16="http://schemas.microsoft.com/office/drawing/2014/main" id="{D3557955-E7C7-4FBE-A089-C62A0323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24499 - And counting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https://obstaclecourse.tricentis.com/Obstacles/24499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2 as the number of C characters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4B041B4-A166-4B96-ADDB-36343D3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3BCD6A-5E6E-4293-9E9F-2BE642C6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08 / 35</a:t>
            </a:r>
          </a:p>
        </p:txBody>
      </p:sp>
    </p:spTree>
    <p:extLst>
      <p:ext uri="{BB962C8B-B14F-4D97-AF65-F5344CB8AC3E}">
        <p14:creationId xmlns:p14="http://schemas.microsoft.com/office/powerpoint/2010/main" val="1324385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7B033-283F-4266-9318-F7F4E653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30034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D1ECC-106E-4A49-809F-A4EFCCD1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Red stripe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43FD0-AC2E-4F52-9104-D3C8ED3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Generate the challenge and click the visible red stripe.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8BE73-F90E-478E-86F6-FB94785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D5F15-8F7C-43DF-A888-2060F42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30034">
            <a:extLst xmlns:a="http://schemas.openxmlformats.org/drawingml/2006/main">
              <a:ext uri="{FF2B5EF4-FFF2-40B4-BE49-F238E27FC236}">
                <a16:creationId xmlns:a16="http://schemas.microsoft.com/office/drawing/2014/main" id="{2C27A34E-D997-4A4D-8365-3B12279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30034-text">
            <a:extLst xmlns:a="http://schemas.openxmlformats.org/drawingml/2006/main">
              <a:ext uri="{FF2B5EF4-FFF2-40B4-BE49-F238E27FC236}">
                <a16:creationId xmlns:a16="http://schemas.microsoft.com/office/drawing/2014/main" id="{4315DB2D-2B1D-4A39-AF6C-82AB1717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30034 - Red stripe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https://obstaclecourse.tricentis.com/Obstacles/30034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1234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Generate the red-stripe challenge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the red stripe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10E0C74-7628-485B-803D-0C59056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ADB6D3-F42B-47F2-92E7-82747493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09 / 35</a:t>
            </a:r>
          </a:p>
        </p:txBody>
      </p:sp>
    </p:spTree>
    <p:extLst>
      <p:ext uri="{BB962C8B-B14F-4D97-AF65-F5344CB8AC3E}">
        <p14:creationId xmlns:p14="http://schemas.microsoft.com/office/powerpoint/2010/main" val="6476263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B30F6-EFD1-4C67-B209-64759B1B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32403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45619-F7A2-40C2-B6EB-DB389C61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Math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19A08-44D2-46EA-B55B-5B342538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generated operation once and enter its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31611-7F40-487B-A902-BE7A8FC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18CB4-D2F2-46E0-9B08-058E6C4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32403">
            <a:extLst xmlns:a="http://schemas.openxmlformats.org/drawingml/2006/main">
              <a:ext uri="{FF2B5EF4-FFF2-40B4-BE49-F238E27FC236}">
                <a16:creationId xmlns:a16="http://schemas.microsoft.com/office/drawing/2014/main" id="{6F3D97F0-D30F-4F71-A895-8529D6F7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32403-text">
            <a:extLst xmlns:a="http://schemas.openxmlformats.org/drawingml/2006/main">
              <a:ext uri="{FF2B5EF4-FFF2-40B4-BE49-F238E27FC236}">
                <a16:creationId xmlns:a16="http://schemas.microsoft.com/office/drawing/2014/main" id="{E3749CAF-E258-49ED-96A6-4A5C2B5B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32403 - Math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https://obstaclecourse.tricentis.com/Obstacles/32403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1274 as the calculation result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D9F1E433-F041-4DCC-BF4F-186517E6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90A9E5-A044-44E8-821B-ABE15E29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10 / 35</a:t>
            </a:r>
          </a:p>
        </p:txBody>
      </p:sp>
    </p:spTree>
    <p:extLst>
      <p:ext uri="{BB962C8B-B14F-4D97-AF65-F5344CB8AC3E}">
        <p14:creationId xmlns:p14="http://schemas.microsoft.com/office/powerpoint/2010/main" val="1812924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912BC-D256-410C-8C2C-01EEF402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33678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B88A6-3057-45BA-99A5-B476D19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Wait a moment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6D96F-E236-4FD2-80A1-DEA1BFB2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Start, wait on the real state, then submit.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1D55A-B2D6-4240-B11B-66BECE7F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22730-21F8-4BEE-8A8A-0C28A05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33678">
            <a:extLst xmlns:a="http://schemas.openxmlformats.org/drawingml/2006/main">
              <a:ext uri="{FF2B5EF4-FFF2-40B4-BE49-F238E27FC236}">
                <a16:creationId xmlns:a16="http://schemas.microsoft.com/office/drawing/2014/main" id="{2DDA527E-1689-464B-9FE4-514B1BA2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33678-text">
            <a:extLst xmlns:a="http://schemas.openxmlformats.org/drawingml/2006/main">
              <a:ext uri="{FF2B5EF4-FFF2-40B4-BE49-F238E27FC236}">
                <a16:creationId xmlns:a16="http://schemas.microsoft.com/office/drawing/2014/main" id="{F8CF7B9B-8358-4614-B324-C0D28807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33678 - Wait a moment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https://obstaclecourse.tricentis.com/Obstacles/33678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Start the calculation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the "SEND" is enabled within 40s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Send the result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336C5A4-917B-405A-9D62-90849E91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4A57C7-74A4-408E-922D-492C414D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11 / 35</a:t>
            </a:r>
          </a:p>
        </p:txBody>
      </p:sp>
    </p:spTree>
    <p:extLst>
      <p:ext uri="{BB962C8B-B14F-4D97-AF65-F5344CB8AC3E}">
        <p14:creationId xmlns:p14="http://schemas.microsoft.com/office/powerpoint/2010/main" val="1344318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8802E-A57A-4401-9E6C-7935B33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41032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E851B-3A52-43E5-8E97-CF6F01A3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Lots of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A5C26-19F2-45F1-B703-D6113EF2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Remember the live row count rather than freezing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7CBA8-2370-4664-AF4F-244878A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09BE5-C245-407D-A5D0-9BDECEEE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41032">
            <a:extLst xmlns:a="http://schemas.openxmlformats.org/drawingml/2006/main">
              <a:ext uri="{FF2B5EF4-FFF2-40B4-BE49-F238E27FC236}">
                <a16:creationId xmlns:a16="http://schemas.microsoft.com/office/drawing/2014/main" id="{A29BF846-A5C8-4BD6-965E-91B3126E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41032-text">
            <a:extLst xmlns:a="http://schemas.openxmlformats.org/drawingml/2006/main">
              <a:ext uri="{FF2B5EF4-FFF2-40B4-BE49-F238E27FC236}">
                <a16:creationId xmlns:a16="http://schemas.microsoft.com/office/drawing/2014/main" id="{B8893B15-0455-4CD1-905C-61440CC0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41032 - Lots of rows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https://obstaclecourse.tricentis.com/Obstacles/41032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Remember the number of displayed table rows as the row count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the remembered row count in the row-count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Submit the row count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1B70EC2-DA29-4340-BA08-905B795B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C01EF9-8489-413F-B95A-495106B2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12 / 35</a:t>
            </a:r>
          </a:p>
        </p:txBody>
      </p:sp>
    </p:spTree>
    <p:extLst>
      <p:ext uri="{BB962C8B-B14F-4D97-AF65-F5344CB8AC3E}">
        <p14:creationId xmlns:p14="http://schemas.microsoft.com/office/powerpoint/2010/main" val="1794393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CF237-B8EC-4320-B138-F0FCD17F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41036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71530-9D3F-4F93-AE1E-ACC2261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Table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3C2FA-2DCA-4B99-816D-9903D980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pinned table and enter the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92FCA-A933-4633-9428-F2BD4425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23023-AA53-4AA3-87AC-35250F22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41036">
            <a:extLst xmlns:a="http://schemas.openxmlformats.org/drawingml/2006/main">
              <a:ext uri="{FF2B5EF4-FFF2-40B4-BE49-F238E27FC236}">
                <a16:creationId xmlns:a16="http://schemas.microsoft.com/office/drawing/2014/main" id="{5C016A3B-AB24-48CD-B50E-E7F48DC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41036-text">
            <a:extLst xmlns:a="http://schemas.openxmlformats.org/drawingml/2006/main">
              <a:ext uri="{FF2B5EF4-FFF2-40B4-BE49-F238E27FC236}">
                <a16:creationId xmlns:a16="http://schemas.microsoft.com/office/drawing/2014/main" id="{32857A23-F5B3-4DFC-B91E-EA700893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41036 - Table search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https://obstaclecourse.tricentis.com/Obstacles/41036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True as the table-search result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D434E13-0604-4C6E-9983-67D20918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67CB42-CE07-429C-88E5-83CFE241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13 / 35</a:t>
            </a:r>
          </a:p>
        </p:txBody>
      </p:sp>
    </p:spTree>
    <p:extLst>
      <p:ext uri="{BB962C8B-B14F-4D97-AF65-F5344CB8AC3E}">
        <p14:creationId xmlns:p14="http://schemas.microsoft.com/office/powerpoint/2010/main" val="3549023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D93B7-3899-452F-8DB8-63C4C37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41037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48AAC-0D39-4766-A2B9-05FCAB7A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Meeting scheduler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59A3A-02B8-416A-81F5-8ABC39DB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requested table relationship and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05361-ADE1-406C-9D20-42FC8A2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0E9B3-02D0-42A9-B2D4-25DD777B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41037">
            <a:extLst xmlns:a="http://schemas.openxmlformats.org/drawingml/2006/main">
              <a:ext uri="{FF2B5EF4-FFF2-40B4-BE49-F238E27FC236}">
                <a16:creationId xmlns:a16="http://schemas.microsoft.com/office/drawing/2014/main" id="{53CFFD86-8058-4158-846D-CE8CE533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41037-text">
            <a:extLst xmlns:a="http://schemas.openxmlformats.org/drawingml/2006/main">
              <a:ext uri="{FF2B5EF4-FFF2-40B4-BE49-F238E27FC236}">
                <a16:creationId xmlns:a16="http://schemas.microsoft.com/office/drawing/2014/main" id="{EFFF9BFA-4259-431D-97A6-68FE0834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41037 - Meeting scheduler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https://obstaclecourse.tricentis.com/Obstacles/41037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Closed as the meeting-scheduler result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AAF5B79-1E94-4D9F-8ECD-1D682654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FC62EC-426A-4AE9-A0A0-231D78D0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14 / 35</a:t>
            </a:r>
          </a:p>
        </p:txBody>
      </p:sp>
    </p:spTree>
    <p:extLst>
      <p:ext uri="{BB962C8B-B14F-4D97-AF65-F5344CB8AC3E}">
        <p14:creationId xmlns:p14="http://schemas.microsoft.com/office/powerpoint/2010/main" val="6348709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35194-319F-4B77-BCE8-2AB9461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41038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7D9A9-B2DA-4F3A-AA8F-3158AF53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Halfway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F5A51-0398-40A5-85F7-3477F1AC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Click a meaningful point inside the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D25D0-14F1-4F36-9224-9C989D9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8BAF4-F3D6-4F61-9E95-8AC278F6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41038">
            <a:extLst xmlns:a="http://schemas.openxmlformats.org/drawingml/2006/main">
              <a:ext uri="{FF2B5EF4-FFF2-40B4-BE49-F238E27FC236}">
                <a16:creationId xmlns:a16="http://schemas.microsoft.com/office/drawing/2014/main" id="{E78C966D-4210-4BA8-95B2-3E824512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41038-text">
            <a:extLst xmlns:a="http://schemas.openxmlformats.org/drawingml/2006/main">
              <a:ext uri="{FF2B5EF4-FFF2-40B4-BE49-F238E27FC236}">
                <a16:creationId xmlns:a16="http://schemas.microsoft.com/office/drawing/2014/main" id="{37789474-0EE1-4D1A-A6D1-0FF1937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41038 - Halfway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https://obstaclecourse.tricentis.com/Obstacles/41038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the right half of the button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E115B7C-90EE-41B3-9461-B850C335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E228CF-7246-4D7F-BD4E-8A12052C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15 / 35</a:t>
            </a:r>
          </a:p>
        </p:txBody>
      </p:sp>
    </p:spTree>
    <p:extLst>
      <p:ext uri="{BB962C8B-B14F-4D97-AF65-F5344CB8AC3E}">
        <p14:creationId xmlns:p14="http://schemas.microsoft.com/office/powerpoint/2010/main" val="261225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F9535-2960-4FD3-8F2E-2446112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41041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D3AF5-EBAF-4523-8638-12C37EE3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07E54-DAA4-4E83-ACB9-99CC71A7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Enter literal text without command-language escaping.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E829E-0EEA-459B-8E93-FC17018F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4B878-F4C9-4417-AF32-38F42F02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41041">
            <a:extLst xmlns:a="http://schemas.openxmlformats.org/drawingml/2006/main">
              <a:ext uri="{FF2B5EF4-FFF2-40B4-BE49-F238E27FC236}">
                <a16:creationId xmlns:a16="http://schemas.microsoft.com/office/drawing/2014/main" id="{AC3A643C-D9A6-4792-B223-83AC8C1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41041-text">
            <a:extLst xmlns:a="http://schemas.openxmlformats.org/drawingml/2006/main">
              <a:ext uri="{FF2B5EF4-FFF2-40B4-BE49-F238E27FC236}">
                <a16:creationId xmlns:a16="http://schemas.microsoft.com/office/drawing/2014/main" id="{82942E7A-4F53-423A-8BE0-363B63C3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41041 - Escape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https://obstaclecourse.tricentis.com/Obstacles/41041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{Click} in the result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4E0BE0D-40B0-47CD-8EB8-ECAD8AA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8CBA19-6AD9-414A-AB10-A4059E2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16 / 35</a:t>
            </a:r>
          </a:p>
        </p:txBody>
      </p:sp>
    </p:spTree>
    <p:extLst>
      <p:ext uri="{BB962C8B-B14F-4D97-AF65-F5344CB8AC3E}">
        <p14:creationId xmlns:p14="http://schemas.microsoft.com/office/powerpoint/2010/main" val="1276921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E9029-EEAA-45B2-A741-92A909B1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45618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D63F1-E82D-4F06-AD15-64C27A1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Tough cookie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08843-008F-4261-B55B-8A051635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focused box and commit the final field with Tab.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B8353-9F39-4348-B80A-6DC4D801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AF537-635A-4D18-A3B9-BC97107E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45618">
            <a:extLst xmlns:a="http://schemas.openxmlformats.org/drawingml/2006/main">
              <a:ext uri="{FF2B5EF4-FFF2-40B4-BE49-F238E27FC236}">
                <a16:creationId xmlns:a16="http://schemas.microsoft.com/office/drawing/2014/main" id="{76E7ACF7-910B-42D3-B7DD-E8742CF5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45618-text">
            <a:extLst xmlns:a="http://schemas.openxmlformats.org/drawingml/2006/main">
              <a:ext uri="{FF2B5EF4-FFF2-40B4-BE49-F238E27FC236}">
                <a16:creationId xmlns:a16="http://schemas.microsoft.com/office/drawing/2014/main" id="{E22AD6B9-CE58-42F7-82ED-0024D46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45618 - Tough cookie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https://obstaclecourse.tricentis.com/Obstacles/45618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the generated-number box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10104576 in the first number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929262 in the second number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47633101 in the third number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Move focus to the next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C54F532-3CA8-4690-AB79-8D9F518A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A23BAB-2A79-4B75-972B-F3F1D29B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17 / 35</a:t>
            </a:r>
          </a:p>
        </p:txBody>
      </p:sp>
    </p:spTree>
    <p:extLst>
      <p:ext uri="{BB962C8B-B14F-4D97-AF65-F5344CB8AC3E}">
        <p14:creationId xmlns:p14="http://schemas.microsoft.com/office/powerpoint/2010/main" val="7591404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09304-DE9C-4DCC-8B95-5E1D279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57683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3B6D3-E581-48C4-A990-8E43C8FF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Confusing 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5FC5A-11C8-4860-A6DF-B4A6724F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Generate, translate the displayed date, and submit.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8971A-0E68-4DD6-A7FB-D22F537E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F86E4-CB61-4268-BDC0-A6B96B4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57683">
            <a:extLst xmlns:a="http://schemas.openxmlformats.org/drawingml/2006/main">
              <a:ext uri="{FF2B5EF4-FFF2-40B4-BE49-F238E27FC236}">
                <a16:creationId xmlns:a16="http://schemas.microsoft.com/office/drawing/2014/main" id="{B688E5E2-FD0C-4D1C-BB03-8E9E81F1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57683-text">
            <a:extLst xmlns:a="http://schemas.openxmlformats.org/drawingml/2006/main">
              <a:ext uri="{FF2B5EF4-FFF2-40B4-BE49-F238E27FC236}">
                <a16:creationId xmlns:a16="http://schemas.microsoft.com/office/drawing/2014/main" id="{888FFFED-7063-42FD-9132-76B84396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57683 - Confusing dates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https://obstaclecourse.tricentis.com/Obstacles/57683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Generate a date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2030-02-01 in the date-solution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Submit the date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9D9E1CA-4B17-4A1F-89B3-C5F9187B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FCA042-0BC5-4CC4-8B01-4E52782E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18 / 35</a:t>
            </a:r>
          </a:p>
        </p:txBody>
      </p:sp>
    </p:spTree>
    <p:extLst>
      <p:ext uri="{BB962C8B-B14F-4D97-AF65-F5344CB8AC3E}">
        <p14:creationId xmlns:p14="http://schemas.microsoft.com/office/powerpoint/2010/main" val="1677776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A1C4F-32BF-423E-8394-86625A49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64161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65E33-3775-416F-BA18-DE0A90B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Not a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5C394-AD9B-49AF-8425-D84305CE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Name the value by its neighbouring label.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B4E11-2DAE-40AC-A9B5-EA36F3E9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6669F-EB38-4724-B743-99609DE2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64161">
            <a:extLst xmlns:a="http://schemas.openxmlformats.org/drawingml/2006/main">
              <a:ext uri="{FF2B5EF4-FFF2-40B4-BE49-F238E27FC236}">
                <a16:creationId xmlns:a16="http://schemas.microsoft.com/office/drawing/2014/main" id="{B320A8C1-B7AD-4326-B534-7A8A2481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64161-text">
            <a:extLst xmlns:a="http://schemas.openxmlformats.org/drawingml/2006/main">
              <a:ext uri="{FF2B5EF4-FFF2-40B4-BE49-F238E27FC236}">
                <a16:creationId xmlns:a16="http://schemas.microsoft.com/office/drawing/2014/main" id="{F0AC92AB-12BF-4532-80B9-2104761D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64161 - Not a table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https://obstaclecourse.tricentis.com/Obstacles/64161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Generate an order ID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Remember the value beside "order id" as the order ID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the remembered order ID in the offer ID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3A30681-5E00-4051-A211-3579E25D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B6FDCE-35F3-4F44-A606-E61F2DFA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19 / 35</a:t>
            </a:r>
          </a:p>
        </p:txBody>
      </p:sp>
    </p:spTree>
    <p:extLst>
      <p:ext uri="{BB962C8B-B14F-4D97-AF65-F5344CB8AC3E}">
        <p14:creationId xmlns:p14="http://schemas.microsoft.com/office/powerpoint/2010/main" val="11409430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D9265-8C43-4803-AB1F-A896F839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66667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A5A4D-1ACE-4350-B85D-F729C4C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Empty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BC1E1-338F-45D7-AA48-1A9FD33B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Generate the maze and visit every visible checkpoint.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6A4C7-454B-4578-9128-DAB95DF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6C099-3595-41C1-AB72-890805A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66667">
            <a:extLst xmlns:a="http://schemas.openxmlformats.org/drawingml/2006/main">
              <a:ext uri="{FF2B5EF4-FFF2-40B4-BE49-F238E27FC236}">
                <a16:creationId xmlns:a16="http://schemas.microsoft.com/office/drawing/2014/main" id="{E9882827-E17C-46B2-8810-3B870D2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66667-text">
            <a:extLst xmlns:a="http://schemas.openxmlformats.org/drawingml/2006/main">
              <a:ext uri="{FF2B5EF4-FFF2-40B4-BE49-F238E27FC236}">
                <a16:creationId xmlns:a16="http://schemas.microsoft.com/office/drawing/2014/main" id="{2D136691-F10E-436D-A8A2-C3BD6CC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66667 - Empty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https://obstaclecourse.tricentis.com/Obstacles/66667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1234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Generate the maze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8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checkpoint 9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B00ABB3-9F34-496D-B218-5779414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B03883-9E46-4E07-98D3-58439CA3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20 / 35</a:t>
            </a:r>
          </a:p>
        </p:txBody>
      </p:sp>
    </p:spTree>
    <p:extLst>
      <p:ext uri="{BB962C8B-B14F-4D97-AF65-F5344CB8AC3E}">
        <p14:creationId xmlns:p14="http://schemas.microsoft.com/office/powerpoint/2010/main" val="19935768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17AF1-6258-49CF-9DA8-1DBEF5E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70310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CC60E-48D2-4E31-B9AF-1C9879C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The last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34144-AFFC-46D1-8AE6-7AE3608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final cell from the final order 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43B46-2718-483B-B9E7-9B91394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D86E1-99CD-40FA-9DF6-DF59E4FC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70310">
            <a:extLst xmlns:a="http://schemas.openxmlformats.org/drawingml/2006/main">
              <a:ext uri="{FF2B5EF4-FFF2-40B4-BE49-F238E27FC236}">
                <a16:creationId xmlns:a16="http://schemas.microsoft.com/office/drawing/2014/main" id="{76F1DAAD-0664-4BC0-BF1A-C1FA8D6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70310-text">
            <a:extLst xmlns:a="http://schemas.openxmlformats.org/drawingml/2006/main">
              <a:ext uri="{FF2B5EF4-FFF2-40B4-BE49-F238E27FC236}">
                <a16:creationId xmlns:a16="http://schemas.microsoft.com/office/drawing/2014/main" id="{2E25CCA7-56A2-47A4-AF0C-F73A7757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70310 - The last row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https://obstaclecourse.tricentis.com/Obstacles/70310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Remember the last cell in the final order row as the order value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the remembered order value in the order-value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CC1C6D3-AF64-408A-ACDE-2846621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61898E-40C6-42B5-AABE-1591B459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21 / 35</a:t>
            </a:r>
          </a:p>
        </p:txBody>
      </p:sp>
    </p:spTree>
    <p:extLst>
      <p:ext uri="{BB962C8B-B14F-4D97-AF65-F5344CB8AC3E}">
        <p14:creationId xmlns:p14="http://schemas.microsoft.com/office/powerpoint/2010/main" val="20851567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A9C1F-15FA-436A-9F7A-B625002F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70924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9CC55-37C9-4D62-AAF2-AF0E2AD7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Errors occur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D6B7A-A2AE-4BCF-ABE7-CDD75447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Repeat the counter and recover only when it faults.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C173-1D9D-406C-B390-421427A8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BDAA2-C336-4ADD-83B7-DCD6F917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70924">
            <a:extLst xmlns:a="http://schemas.openxmlformats.org/drawingml/2006/main">
              <a:ext uri="{FF2B5EF4-FFF2-40B4-BE49-F238E27FC236}">
                <a16:creationId xmlns:a16="http://schemas.microsoft.com/office/drawing/2014/main" id="{8E266A76-8621-4617-896E-CD47A4A5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70924-text">
            <a:extLst xmlns:a="http://schemas.openxmlformats.org/drawingml/2006/main">
              <a:ext uri="{FF2B5EF4-FFF2-40B4-BE49-F238E27FC236}">
                <a16:creationId xmlns:a16="http://schemas.microsoft.com/office/drawing/2014/main" id="{98A3B0FE-DBAA-45F4-BEFC-E0EE46E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70924 - Errors occur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https://obstaclecourse.tricentis.com/Obstacles/70924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repeat: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until: page shows You solved this automation problem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max: 40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- when: the "id:b1" is not visible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    - Clear the fault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- Press the counter button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EC1097D-90AC-4F04-A56C-27544C7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9CAF86-28C3-4E37-A7CC-07D0F561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22 / 35</a:t>
            </a:r>
          </a:p>
        </p:txBody>
      </p:sp>
    </p:spTree>
    <p:extLst>
      <p:ext uri="{BB962C8B-B14F-4D97-AF65-F5344CB8AC3E}">
        <p14:creationId xmlns:p14="http://schemas.microsoft.com/office/powerpoint/2010/main" val="9158856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549C3-7C05-45F4-AED9-C7C71AF2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72946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BFA60-4A65-499A-8A63-235FEE11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Get the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CFE2F-3B90-4297-ACAD-1A899D2D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Enter the fixed value published by the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545FF-0169-4DB7-82C5-AA3CA5A7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AD364-5DE8-4151-885A-02CF72E8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72946">
            <a:extLst xmlns:a="http://schemas.openxmlformats.org/drawingml/2006/main">
              <a:ext uri="{FF2B5EF4-FFF2-40B4-BE49-F238E27FC236}">
                <a16:creationId xmlns:a16="http://schemas.microsoft.com/office/drawing/2014/main" id="{615258B6-8994-491A-8DA9-0CDCB422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72946-text">
            <a:extLst xmlns:a="http://schemas.openxmlformats.org/drawingml/2006/main">
              <a:ext uri="{FF2B5EF4-FFF2-40B4-BE49-F238E27FC236}">
                <a16:creationId xmlns:a16="http://schemas.microsoft.com/office/drawing/2014/main" id="{9E1168DA-EC44-4EE9-A276-C15FE92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72946 - Get the number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https://obstaclecourse.tricentis.com/Obstacles/72946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Sue's number, 00618971341641, in the number field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128F3E2-C148-4948-AB25-591B3E4E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C43891-DD60-4ABB-9DA9-0C82FB04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23 / 35</a:t>
            </a:r>
          </a:p>
        </p:txBody>
      </p:sp>
    </p:spTree>
    <p:extLst>
      <p:ext uri="{BB962C8B-B14F-4D97-AF65-F5344CB8AC3E}">
        <p14:creationId xmlns:p14="http://schemas.microsoft.com/office/powerpoint/2010/main" val="12415257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AA34C-4A99-4C56-A6E1-CCC1942B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72954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96894-BA3B-408A-9E4C-6671FA68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Two times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A27FC-BD5A-488E-9907-5310B90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Address the changing control by its stable visible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E5F18-144C-4C47-898B-8099538F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352D-4FE3-42F2-BC86-A35F2979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72954">
            <a:extLst xmlns:a="http://schemas.openxmlformats.org/drawingml/2006/main">
              <a:ext uri="{FF2B5EF4-FFF2-40B4-BE49-F238E27FC236}">
                <a16:creationId xmlns:a16="http://schemas.microsoft.com/office/drawing/2014/main" id="{827FDEF5-D693-41E4-B34B-1E526B50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72954-text">
            <a:extLst xmlns:a="http://schemas.openxmlformats.org/drawingml/2006/main">
              <a:ext uri="{FF2B5EF4-FFF2-40B4-BE49-F238E27FC236}">
                <a16:creationId xmlns:a16="http://schemas.microsoft.com/office/drawing/2014/main" id="{563B5736-1ECB-4075-88CA-2C1E54C1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72954 - Two times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https://obstaclecourse.tricentis.com/Obstacles/72954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"Click me"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"Click me"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DCDCCD3-9389-428D-AB46-4B84D818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D1D0D-A05C-4AEB-A743-F5393E3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24 / 35</a:t>
            </a:r>
          </a:p>
        </p:txBody>
      </p:sp>
    </p:spTree>
    <p:extLst>
      <p:ext uri="{BB962C8B-B14F-4D97-AF65-F5344CB8AC3E}">
        <p14:creationId xmlns:p14="http://schemas.microsoft.com/office/powerpoint/2010/main" val="10342432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E2130-A77B-4A52-AF74-AB1BCE4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73588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DE69A-D914-4FF0-AC92-E263C1C7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The obvious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D3E32-A0F7-4BA1-A5B2-CEA01CB5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Generate, choose the produced value, and submit.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6123B-66A9-4CC9-AE81-9257B030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74498-5012-4419-AD22-66380C51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73588">
            <a:extLst xmlns:a="http://schemas.openxmlformats.org/drawingml/2006/main">
              <a:ext uri="{FF2B5EF4-FFF2-40B4-BE49-F238E27FC236}">
                <a16:creationId xmlns:a16="http://schemas.microsoft.com/office/drawing/2014/main" id="{14D1B90F-18E7-46EE-B66A-2540C213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73588-text">
            <a:extLst xmlns:a="http://schemas.openxmlformats.org/drawingml/2006/main">
              <a:ext uri="{FF2B5EF4-FFF2-40B4-BE49-F238E27FC236}">
                <a16:creationId xmlns:a16="http://schemas.microsoft.com/office/drawing/2014/main" id="{26B7A7DC-0C78-48A3-94E1-C106757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73588 - The obvious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https://obstaclecourse.tricentis.com/Obstacles/73588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Generate the answer options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Choose npOXTMQ57J from the answer dropdown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Submit the answer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49D8A9E-688B-416D-BBBB-731F4707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429B63-C7CB-4D29-8C62-62D27B3F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25 / 35</a:t>
            </a:r>
          </a:p>
        </p:txBody>
      </p:sp>
    </p:spTree>
    <p:extLst>
      <p:ext uri="{BB962C8B-B14F-4D97-AF65-F5344CB8AC3E}">
        <p14:creationId xmlns:p14="http://schemas.microsoft.com/office/powerpoint/2010/main" val="10958621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530FC-25D5-478E-9306-30A3015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73589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A5E49-4EF0-4921-AA04-99125E76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Bubble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44B14-2988-43C8-9D93-9C0BEF70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Repeat, compare the two live values, then swap or advance.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74644-8492-411B-976F-630EF0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33C59-2ADD-4ABB-8C41-CD2EF223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73589">
            <a:extLst xmlns:a="http://schemas.openxmlformats.org/drawingml/2006/main">
              <a:ext uri="{FF2B5EF4-FFF2-40B4-BE49-F238E27FC236}">
                <a16:creationId xmlns:a16="http://schemas.microsoft.com/office/drawing/2014/main" id="{B64D676D-51F8-4BBF-A287-B211C27F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73589-text">
            <a:extLst xmlns:a="http://schemas.openxmlformats.org/drawingml/2006/main">
              <a:ext uri="{FF2B5EF4-FFF2-40B4-BE49-F238E27FC236}">
                <a16:creationId xmlns:a16="http://schemas.microsoft.com/office/drawing/2014/main" id="{BCF439FC-D945-4451-8B7B-0569027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73589 - Bubble sort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https://obstaclecourse.tricentis.com/Obstacles/73589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viewport: { width: 1280, height: 720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repeat: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until: page shows You solved this automation problem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max: 120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- when: the "css:.bubble .num:nth-child(1)" is greater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    than the "css:.bubble .num:nth-child(2)"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    - Swap the two numbers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- when: page does not show Perfect - you did it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    - Move to the next pair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D3F740E-6F1A-4A3E-A72D-361A937E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8BE828-222A-4375-95F1-3DFD4057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26 / 35</a:t>
            </a:r>
          </a:p>
        </p:txBody>
      </p:sp>
    </p:spTree>
    <p:extLst>
      <p:ext uri="{BB962C8B-B14F-4D97-AF65-F5344CB8AC3E}">
        <p14:creationId xmlns:p14="http://schemas.microsoft.com/office/powerpoint/2010/main" val="8735397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EF9F0-B1B0-4C8A-B0D7-B9EAFF0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78264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3602C-B02F-4027-967E-66710E0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1B858-C0B4-4E23-9803-C8EE88B5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generated numbers and enter their sum.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D19A4-737C-4AB1-931C-ABCD3985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98648-4FC4-49A2-8F39-26E31C0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78264">
            <a:extLst xmlns:a="http://schemas.openxmlformats.org/drawingml/2006/main">
              <a:ext uri="{FF2B5EF4-FFF2-40B4-BE49-F238E27FC236}">
                <a16:creationId xmlns:a16="http://schemas.microsoft.com/office/drawing/2014/main" id="{F0CCDEEC-1CB1-49A8-95B9-826555A2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78264-text">
            <a:extLst xmlns:a="http://schemas.openxmlformats.org/drawingml/2006/main">
              <a:ext uri="{FF2B5EF4-FFF2-40B4-BE49-F238E27FC236}">
                <a16:creationId xmlns:a16="http://schemas.microsoft.com/office/drawing/2014/main" id="{99A5B9D7-B4DC-45DF-804D-C2483143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78264 - Addition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https://obstaclecourse.tricentis.com/Obstacles/78264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152 as the addition result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EBF7EE0-A8BD-4AB3-9956-A5834BAC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539EBD-4234-4DF6-8FAE-FF736C4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27 / 35</a:t>
            </a:r>
          </a:p>
        </p:txBody>
      </p:sp>
    </p:spTree>
    <p:extLst>
      <p:ext uri="{BB962C8B-B14F-4D97-AF65-F5344CB8AC3E}">
        <p14:creationId xmlns:p14="http://schemas.microsoft.com/office/powerpoint/2010/main" val="17905109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8EC44-003D-4624-A556-4A6D5F5D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81012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B2C63-2CE5-43A5-B0B3-856DE2A6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Extracting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77701-5EC2-4336-93AB-B2C25BB7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Read the generated total and enter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55A4A-0C58-4714-8AE3-B74E98F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74423-2AFB-4830-8FD8-E8CFFF5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81012">
            <a:extLst xmlns:a="http://schemas.openxmlformats.org/drawingml/2006/main">
              <a:ext uri="{FF2B5EF4-FFF2-40B4-BE49-F238E27FC236}">
                <a16:creationId xmlns:a16="http://schemas.microsoft.com/office/drawing/2014/main" id="{A32BA046-F15E-4869-B678-C69627B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81012-text">
            <a:extLst xmlns:a="http://schemas.openxmlformats.org/drawingml/2006/main">
              <a:ext uri="{FF2B5EF4-FFF2-40B4-BE49-F238E27FC236}">
                <a16:creationId xmlns:a16="http://schemas.microsoft.com/office/drawing/2014/main" id="{6372AF81-CF3C-4CE8-AB8E-BCF0B1F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81012 - Extracting text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https://obstaclecourse.tricentis.com/Obstacles/81012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1981.05 as the extracted total amount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74E51A3-E661-4C8D-AC22-58D6CD92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2A1FBD-2872-4B20-877D-8C2D645B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28 / 35</a:t>
            </a:r>
          </a:p>
        </p:txBody>
      </p:sp>
    </p:spTree>
    <p:extLst>
      <p:ext uri="{BB962C8B-B14F-4D97-AF65-F5344CB8AC3E}">
        <p14:creationId xmlns:p14="http://schemas.microsoft.com/office/powerpoint/2010/main" val="19242821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8EB75-361F-4561-869D-CC3C6E24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81121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23B16-522C-49D1-B657-3D594AFE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Again and again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717F5-6923-4C01-A615-CD935FF1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Repeat until the visible label changes, then press once more.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7D96E-CFA8-48FF-918D-3847BB7B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9202B-76B0-4C1D-BAFC-3103D191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81121">
            <a:extLst xmlns:a="http://schemas.openxmlformats.org/drawingml/2006/main">
              <a:ext uri="{FF2B5EF4-FFF2-40B4-BE49-F238E27FC236}">
                <a16:creationId xmlns:a16="http://schemas.microsoft.com/office/drawing/2014/main" id="{35EF8F10-1993-49B7-9818-E5EFD087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81121-text">
            <a:extLst xmlns:a="http://schemas.openxmlformats.org/drawingml/2006/main">
              <a:ext uri="{FF2B5EF4-FFF2-40B4-BE49-F238E27FC236}">
                <a16:creationId xmlns:a16="http://schemas.microsoft.com/office/drawing/2014/main" id="{2F8C5675-4EA0-44AD-87D4-4814C702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81121 - Again and again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https://obstaclecourse.tricentis.com/Obstacles/81121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browser: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random: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seed: 1234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repeat: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until: page shows Enough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max: 15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      - Press the button again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Press the button once more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63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C03FFE2-0551-4144-9606-83BE1301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50F41F-E964-40D2-8FF0-D32CA46B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29 / 35</a:t>
            </a:r>
          </a:p>
        </p:txBody>
      </p:sp>
    </p:spTree>
    <p:extLst>
      <p:ext uri="{BB962C8B-B14F-4D97-AF65-F5344CB8AC3E}">
        <p14:creationId xmlns:p14="http://schemas.microsoft.com/office/powerpoint/2010/main" val="17335011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964E4-4A9E-438A-BF14-BF33BE6A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94441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F7875-3A4D-410E-A7CA-4AF4682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Testing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816FB-EF80-4DE5-9C6C-C2036E6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Choose all four supported options in one commit.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2B8CE-8278-4AFA-AB89-C1078E6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CD7F0-8585-44B8-A03B-DFB01D83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94441">
            <a:extLst xmlns:a="http://schemas.openxmlformats.org/drawingml/2006/main">
              <a:ext uri="{FF2B5EF4-FFF2-40B4-BE49-F238E27FC236}">
                <a16:creationId xmlns:a16="http://schemas.microsoft.com/office/drawing/2014/main" id="{993E3B2C-2388-4991-8CF7-A1302B41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94441-text">
            <a:extLst xmlns:a="http://schemas.openxmlformats.org/drawingml/2006/main">
              <a:ext uri="{FF2B5EF4-FFF2-40B4-BE49-F238E27FC236}">
                <a16:creationId xmlns:a16="http://schemas.microsoft.com/office/drawing/2014/main" id="{D278D934-67C9-48A4-AD4F-FF712406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94441 - Testing methods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https://obstaclecourse.tricentis.com/Obstacles/94441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Select Functional, End2End, GUI, and Exploratory testing together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81A6DAC-C676-4F93-B44F-EAE5B49C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55F15B-9523-47E9-AE95-6B64E749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30 / 35</a:t>
            </a:r>
          </a:p>
        </p:txBody>
      </p:sp>
    </p:spTree>
    <p:extLst>
      <p:ext uri="{BB962C8B-B14F-4D97-AF65-F5344CB8AC3E}">
        <p14:creationId xmlns:p14="http://schemas.microsoft.com/office/powerpoint/2010/main" val="15152992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CB47B-5117-4398-BED7-1CAA53AC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6F57CC"/>
                </a:solidFill>
                <a:latin typeface="JetBrains Mono"/>
                <a:ea typeface="JetBrains Mono"/>
                <a:cs typeface="JetBrains Mono"/>
              </a:rPr>
              <a:t>99999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B243E-CDBC-4C7C-A1CA-675A01FD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Scroll into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FD9D1-87F8-43B5-883E-E8710BE5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Work inside the embedded challenge and submit.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63918-5260-4600-B938-16DD91F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CE0E-61B1-454D-9A6E-5614D5DD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Passing record + replay</a:t>
            </a:r>
          </a:p>
        </p:txBody>
      </p:sp>
      <p:sp>
        <p:nvSpPr>
          <p:cNvPr id="6" name="flow-99999">
            <a:extLst xmlns:a="http://schemas.openxmlformats.org/drawingml/2006/main">
              <a:ext uri="{FF2B5EF4-FFF2-40B4-BE49-F238E27FC236}">
                <a16:creationId xmlns:a16="http://schemas.microsoft.com/office/drawing/2014/main" id="{5FF3D502-9434-4B50-BEAF-94443FD1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6300"/>
            <a:ext cx="676275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flow-99999-text">
            <a:extLst xmlns:a="http://schemas.openxmlformats.org/drawingml/2006/main">
              <a:ext uri="{FF2B5EF4-FFF2-40B4-BE49-F238E27FC236}">
                <a16:creationId xmlns:a16="http://schemas.microsoft.com/office/drawing/2014/main" id="{D55F43C3-1374-4881-88D7-0D96D69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123950"/>
            <a:ext cx="6191250" cy="474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99999 - Scroll into 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https://obstaclecourse.tricentis.com/Obstacles/99999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Scroll the embedded challenge to 147 pixels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Enter Tosca in the text field inside the embedded challenge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Submit the answer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assert: page shows You solved this automation problem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95A26E4-5D76-4B30-96E1-280CA9E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139D42-DC44-426E-811E-E3715E8D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31 / 35</a:t>
            </a:r>
          </a:p>
        </p:txBody>
      </p:sp>
    </p:spTree>
    <p:extLst>
      <p:ext uri="{BB962C8B-B14F-4D97-AF65-F5344CB8AC3E}">
        <p14:creationId xmlns:p14="http://schemas.microsoft.com/office/powerpoint/2010/main" val="9200491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2A8FC-9E7F-4BDD-8EBB-AA4E42E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B93831"/>
                </a:solidFill>
                <a:latin typeface="JetBrains Mono"/>
                <a:ea typeface="JetBrains Mono"/>
                <a:cs typeface="JetBrains Mono"/>
              </a:rPr>
              <a:t>66666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1F1A8-6963-43AB-BEA3-8AD979A8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225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Hidden element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F35B9-90B4-4B5E-A9BD-EBF759F2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714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A human cannot identify or click a control that the page does not render. The semantic author correctly refuses to invent a target.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40A79-DD7F-4667-85FF-4FF00AD8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8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784C1-5E28-4784-BA02-36417551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B93831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B93831"/>
                </a:solidFill>
                <a:latin typeface="Noto Sans"/>
                <a:ea typeface="Noto Sans"/>
                <a:cs typeface="Noto Sans"/>
              </a:rPr>
              <a:t>Correctly refused</a:t>
            </a:r>
          </a:p>
        </p:txBody>
      </p:sp>
      <p:sp>
        <p:nvSpPr>
          <p:cNvPr id="6" name="hidden-refusal">
            <a:extLst xmlns:a="http://schemas.openxmlformats.org/drawingml/2006/main">
              <a:ext uri="{FF2B5EF4-FFF2-40B4-BE49-F238E27FC236}">
                <a16:creationId xmlns:a16="http://schemas.microsoft.com/office/drawing/2014/main" id="{AD1375DC-47E4-4A54-AB39-7D975645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6286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hidden-refusal-text">
            <a:extLst xmlns:a="http://schemas.openxmlformats.org/drawingml/2006/main">
              <a:ext uri="{FF2B5EF4-FFF2-40B4-BE49-F238E27FC236}">
                <a16:creationId xmlns:a16="http://schemas.microsoft.com/office/drawing/2014/main" id="{2C5643D3-88C6-46B6-954C-2608666A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571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name: obstacle 66666 - Hidden element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app: web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url: https://obstaclecourse.tricentis.com/Obstacles/66666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steps: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  - Click the hidden element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record: cannot ground the target from the rendered live inventory</a:t>
            </a:r>
          </a:p>
        </p:txBody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32C12088-F658-4956-9BA8-3C59075C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7F569E-8B85-4037-B472-65A50B17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32 / 35</a:t>
            </a:r>
          </a:p>
        </p:txBody>
      </p:sp>
    </p:spTree>
    <p:extLst>
      <p:ext uri="{BB962C8B-B14F-4D97-AF65-F5344CB8AC3E}">
        <p14:creationId xmlns:p14="http://schemas.microsoft.com/office/powerpoint/2010/main" val="7640595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2CDD6E-1E61-482A-8C57-D2519D0E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A page that cannot be automated is a result.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0E0B79-CC77-47C0-B60A-878A20E9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Six pages have no completion path, four exceed honest interaction limits, and two must be refused to avoid false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945E2-F027-45C7-9752-4A85B153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482B7C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482B7C"/>
                </a:solidFill>
                <a:latin typeface="Noto Sans"/>
                <a:ea typeface="Noto Sans"/>
                <a:cs typeface="Noto Sans"/>
              </a:rPr>
              <a:t>The boundary is part of the framework's value: it names the reason, preserves evidence, and never turns a limitation into a green report.</a:t>
            </a:r>
          </a:p>
        </p:txBody>
      </p:sp>
      <p:sp>
        <p:nvSpPr>
          <p:cNvPr id="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7D0083C-FFC3-4A8B-830D-484DA3EE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D1DAF1-CAE7-40F2-B337-066A0AA7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33 / 35</a:t>
            </a:r>
          </a:p>
        </p:txBody>
      </p:sp>
    </p:spTree>
    <p:extLst>
      <p:ext uri="{BB962C8B-B14F-4D97-AF65-F5344CB8AC3E}">
        <p14:creationId xmlns:p14="http://schemas.microsoft.com/office/powerpoint/2010/main" val="9356278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EBCB93-CDBC-4BCC-A6EE-8D6DDD23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0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Twelve honest refusals.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578D94-2E52-45C9-8A97-9082ACA6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Each one has a specific reason rather than a generic “unsupported” label.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58CBB-8B53-4E8E-84AC-F9DECA9E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B93831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B93831"/>
                </a:solidFill>
                <a:latin typeface="Noto Sans"/>
                <a:ea typeface="Noto Sans"/>
                <a:cs typeface="Noto Sans"/>
              </a:rPr>
              <a:t>No completion path - 6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221AB-5698-468D-A93B-79C582E4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12952 Twins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22505 Ids are not everything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60469 Flying element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73590 Find and fill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73591 Find the changed cell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92248 Fun with tables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E58AF-6D40-4D93-9310-BDDBFF0A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A96608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A96608"/>
                </a:solidFill>
                <a:latin typeface="Noto Sans"/>
                <a:ea typeface="Noto Sans"/>
                <a:cs typeface="Noto Sans"/>
              </a:rPr>
              <a:t>Interaction limit - 4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289D4-BD69-4380-B057-E1DA8812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16384 Test data in a service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41040 Click me if you can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82018 Reaction game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87912 Be fast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0D9CB-F70E-45F5-A09E-73ADD3F2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15FBD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315FBD"/>
                </a:solidFill>
                <a:latin typeface="Noto Sans"/>
                <a:ea typeface="Noto Sans"/>
                <a:cs typeface="Noto Sans"/>
              </a:rPr>
              <a:t>Proof refused - 2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DAFF4-B4D5-42B5-BCA3-294EEEE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51130 Popup windows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66666 Hidden element</a:t>
            </a:r>
          </a:p>
        </p:txBody>
      </p:sp>
      <p:sp>
        <p:nvSpPr>
          <p:cNvPr id="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1DC6264-A417-4B93-A151-335ADE3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EF474C-DC9A-4781-B806-7D9B444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34 / 35</a:t>
            </a:r>
          </a:p>
        </p:txBody>
      </p:sp>
    </p:spTree>
    <p:extLst>
      <p:ext uri="{BB962C8B-B14F-4D97-AF65-F5344CB8AC3E}">
        <p14:creationId xmlns:p14="http://schemas.microsoft.com/office/powerpoint/2010/main" val="1884336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38749-243D-460C-83F8-BA26580C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1C1733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1C1733"/>
                </a:solidFill>
                <a:latin typeface="Noto Sans"/>
                <a:ea typeface="Noto Sans"/>
                <a:cs typeface="Noto Sans"/>
              </a:rPr>
              <a:t>Plain intent at record time.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89897-1F26-4042-8EB1-B198501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6F57CC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6F57CC"/>
                </a:solidFill>
                <a:latin typeface="Noto Sans"/>
                <a:ea typeface="Noto Sans"/>
                <a:cs typeface="Noto Sans"/>
              </a:rPr>
              <a:t>Deterministic proof at replay.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07BF8-3FF4-47F6-B895-88B211EC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4B5563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4B5563"/>
                </a:solidFill>
                <a:latin typeface="Noto Sans"/>
                <a:ea typeface="Noto Sans"/>
                <a:cs typeface="Noto Sans"/>
              </a:rPr>
              <a:t>Twenty-eight real greens. Twelve reasons to stop.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9EB04-2E73-4258-AA3C-CB436969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6028E-3DF9-4078-A9D8-432E0753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028759"/>
                </a:solidFill>
                <a:latin typeface="Noto Sans"/>
                <a:ea typeface="Noto Sans"/>
                <a:cs typeface="Noto Sans"/>
              </a:rPr>
              <a:t>No selectors in human-authored action steps</a:t>
            </a:r>
          </a:p>
        </p:txBody>
      </p:sp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7012C75-560E-4DAE-B7A8-2ED79F43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6F7683"/>
                </a:solidFill>
                <a:latin typeface="JetBrains Mono"/>
                <a:ea typeface="JetBrains Mono"/>
                <a:cs typeface="JetBrains Mono"/>
              </a:rPr>
              <a:t>Solutions  /  Flowproof 0.12.2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8D815B-BC6C-4CD4-906C-E6F0F64D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1C1733"/>
                </a:solidFill>
                <a:latin typeface="JetBrains Mono"/>
                <a:ea typeface="JetBrains Mono"/>
                <a:cs typeface="JetBrains Mono"/>
              </a:rPr>
              <a:t>35 / 35</a:t>
            </a:r>
          </a:p>
        </p:txBody>
      </p:sp>
    </p:spTree>
    <p:extLst>
      <p:ext uri="{BB962C8B-B14F-4D97-AF65-F5344CB8AC3E}">
        <p14:creationId xmlns:p14="http://schemas.microsoft.com/office/powerpoint/2010/main" val="1864273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2026-08-04T07:06:32.0760000Z</dcterms:created>
  <dcterms:modified xsi:type="dcterms:W3CDTF">2026-08-04T07:06:32.0760000Z</dcterms:modified>
</coreProperties>
</file>